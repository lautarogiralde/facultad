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274" r:id="rId2"/>
    <p:sldId id="275" r:id="rId3"/>
    <p:sldId id="281" r:id="rId4"/>
    <p:sldId id="276" r:id="rId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53D7B-3473-4EE8-8A03-9D52E90E887A}" type="datetimeFigureOut">
              <a:rPr lang="es-AR" smtClean="0"/>
              <a:t>23/6/2025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B1380-F0E6-48F4-9275-F1B4125B3E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309174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4670A-6189-405B-A019-3C6793402A19}" type="datetimeFigureOut">
              <a:rPr lang="es-AR" smtClean="0"/>
              <a:t>23/6/2025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AE113-3BA2-4A86-8E98-87FE309BE0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605338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AE113-3BA2-4A86-8E98-87FE309BE066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9970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AE113-3BA2-4A86-8E98-87FE309BE066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8212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AE113-3BA2-4A86-8E98-87FE309BE066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8466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AR"/>
              <a:t>Primera Jornada de Difusión - Departamento de Ciencias Básicas - Facultad de Ingeniería - U.N.L.P.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AE113-3BA2-4A86-8E98-87FE309BE066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6375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2BFE-5A5A-451C-8AE3-4CF2B156E41C}" type="datetime1">
              <a:rPr lang="es-AR" smtClean="0"/>
              <a:t>23/6/2025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C7D5-3169-459F-8DDA-92AC5A918899}" type="datetime1">
              <a:rPr lang="es-AR" smtClean="0"/>
              <a:t>23/6/2025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96DD-DF20-4960-B14F-60CC1F2D5BA1}" type="datetime1">
              <a:rPr lang="es-AR" smtClean="0"/>
              <a:t>23/6/2025</a:t>
            </a:fld>
            <a:endParaRPr lang="es-AR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BE5FF-6422-4628-8DEE-08FD7C661875}" type="datetime1">
              <a:rPr lang="es-AR" smtClean="0"/>
              <a:t>23/6/2025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C4C5-57F2-4F44-98AB-8AF3F918516C}" type="datetime1">
              <a:rPr lang="es-AR" smtClean="0"/>
              <a:t>23/6/2025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0D00A-A3B9-480E-84F3-7A138314D8D4}" type="datetime1">
              <a:rPr lang="es-AR" smtClean="0"/>
              <a:t>23/6/2025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0608-647D-423F-8461-B0221BF4DA7B}" type="datetime1">
              <a:rPr lang="es-AR" smtClean="0"/>
              <a:t>23/6/2025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D0FE-152C-4EB8-BD83-A0B0DD0D707C}" type="datetime1">
              <a:rPr lang="es-AR" smtClean="0"/>
              <a:t>23/6/2025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C28A-4C3E-4000-A382-717D967ED0E3}" type="datetime1">
              <a:rPr lang="es-AR" smtClean="0"/>
              <a:t>23/6/2025</a:t>
            </a:fld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E9BE-2121-407D-AF6A-68D8676920EF}" type="datetime1">
              <a:rPr lang="es-AR" smtClean="0"/>
              <a:t>23/6/2025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5DF-F3B2-4E46-9344-B4CDE654C348}" type="datetime1">
              <a:rPr lang="es-AR" smtClean="0"/>
              <a:t>23/6/2025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7FB38E1-4ABA-4997-B933-D13F44801C32}" type="datetime1">
              <a:rPr lang="es-AR" smtClean="0"/>
              <a:t>23/6/2025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B0CB04E-2040-4771-B200-AEB533EE61E4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Ejemplos preguntas sobre </a:t>
            </a:r>
            <a:r>
              <a:rPr lang="es-AR" dirty="0" err="1"/>
              <a:t>matlab</a:t>
            </a:r>
            <a:r>
              <a:rPr lang="es-AR" dirty="0"/>
              <a:t>/</a:t>
            </a:r>
            <a:r>
              <a:rPr lang="es-AR" dirty="0" err="1"/>
              <a:t>octave</a:t>
            </a:r>
            <a:endParaRPr lang="es-AR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marL="114300" indent="0">
              <a:buNone/>
            </a:pPr>
            <a:r>
              <a:rPr lang="es-AR" sz="2900" dirty="0">
                <a:latin typeface="+mj-lt"/>
              </a:rPr>
              <a:t>El siguiente código en MATLAB/</a:t>
            </a:r>
            <a:r>
              <a:rPr lang="es-AR" sz="2900" dirty="0" err="1">
                <a:latin typeface="+mj-lt"/>
              </a:rPr>
              <a:t>Octave</a:t>
            </a:r>
            <a:r>
              <a:rPr lang="es-AR" sz="2900" dirty="0">
                <a:latin typeface="+mj-lt"/>
              </a:rPr>
              <a:t> resuelve en forma aproximada un problema numérico:</a:t>
            </a:r>
          </a:p>
          <a:p>
            <a:endParaRPr lang="pt-B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t=0:5400:21600;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E=[0 500 200 50 0];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h=t(2)-t(1);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for i=2:4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   A(i)=(E(i+1)-E(i-1))/(2*h);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s-AR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A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s-AR" sz="2900" dirty="0"/>
              <a:t> </a:t>
            </a:r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endParaRPr lang="es-AR" sz="2900" dirty="0"/>
          </a:p>
          <a:p>
            <a:pPr marL="114300" indent="0">
              <a:buNone/>
            </a:pPr>
            <a:r>
              <a:rPr lang="es-AR" sz="2900" dirty="0">
                <a:latin typeface="+mj-lt"/>
              </a:rPr>
              <a:t>a)¿Qué problema resuelve? (marque sólo una de las opciones)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Interpolación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Ajuste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Integración Numérica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Diferenciación Numérica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Resolución Numérica de una Ecuación Diferencial Ordinaria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2900" dirty="0">
                <a:latin typeface="+mj-lt"/>
              </a:rPr>
              <a:t>Resolución Numérica de una Ecuación en Derivadas Parciales</a:t>
            </a:r>
          </a:p>
          <a:p>
            <a:pPr marL="114300" indent="0">
              <a:buNone/>
            </a:pPr>
            <a:endParaRPr lang="es-AR" sz="2900" dirty="0">
              <a:latin typeface="+mj-lt"/>
            </a:endParaRPr>
          </a:p>
          <a:p>
            <a:pPr marL="114300" indent="0">
              <a:buNone/>
            </a:pPr>
            <a:r>
              <a:rPr lang="es-AR" sz="2900" dirty="0">
                <a:latin typeface="+mj-lt"/>
              </a:rPr>
              <a:t>b)¿Qué Método utiliza para la resolución?</a:t>
            </a:r>
          </a:p>
          <a:p>
            <a:pPr marL="114300" indent="0">
              <a:buNone/>
            </a:pPr>
            <a:endParaRPr lang="es-AR" sz="2900" dirty="0">
              <a:latin typeface="+mj-lt"/>
            </a:endParaRPr>
          </a:p>
          <a:p>
            <a:pPr marL="114300" indent="0">
              <a:buNone/>
            </a:pPr>
            <a:r>
              <a:rPr lang="es-AR" sz="2900" dirty="0">
                <a:latin typeface="+mj-lt"/>
              </a:rPr>
              <a:t>c)¿Qué representan los valores almacenados en la variable A?. </a:t>
            </a:r>
          </a:p>
          <a:p>
            <a:pPr marL="114300" indent="0">
              <a:buNone/>
            </a:pPr>
            <a:r>
              <a:rPr lang="es-AR" sz="2900" dirty="0">
                <a:latin typeface="+mj-lt"/>
              </a:rPr>
              <a:t>Cuando se ejecuta el programa  ¿Qué valor numérico se almacena en la componente 3 de la variable A? </a:t>
            </a:r>
          </a:p>
          <a:p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26128" y="6356350"/>
            <a:ext cx="8260672" cy="365125"/>
          </a:xfrm>
        </p:spPr>
        <p:txBody>
          <a:bodyPr/>
          <a:lstStyle/>
          <a:p>
            <a:endParaRPr lang="es-AR" sz="1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54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114300" indent="0">
              <a:buNone/>
            </a:pPr>
            <a:r>
              <a:rPr lang="es-AR" sz="3500" dirty="0">
                <a:latin typeface="+mj-lt"/>
              </a:rPr>
              <a:t>El siguiente código en MATLAB/</a:t>
            </a:r>
            <a:r>
              <a:rPr lang="es-AR" sz="3500" dirty="0" err="1">
                <a:latin typeface="+mj-lt"/>
              </a:rPr>
              <a:t>Octave</a:t>
            </a:r>
            <a:r>
              <a:rPr lang="es-AR" sz="3500" dirty="0">
                <a:latin typeface="+mj-lt"/>
              </a:rPr>
              <a:t> resuelve en forma aproximada un problema numérico:</a:t>
            </a:r>
          </a:p>
          <a:p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x=0:0.4:2;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y=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z=0;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for i=2:5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 z=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z+y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pPr marL="114300" indent="0">
              <a:buNone/>
            </a:pP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g=y(1)+y(6);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d=0.2*(g+2*z)</a:t>
            </a:r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r>
              <a:rPr lang="es-AR" sz="3500" dirty="0"/>
              <a:t> </a:t>
            </a:r>
          </a:p>
          <a:p>
            <a:endParaRPr lang="es-AR" sz="3500" dirty="0"/>
          </a:p>
          <a:p>
            <a:endParaRPr lang="es-AR" sz="3500" dirty="0"/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a)¿Qué problema resuelve? (marque sólo una de las opciones)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Interpolación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Ajuste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Integración Numérica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Diferenciación Numérica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Diferencial Ordinaria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en Derivadas Parciales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b)¿Qué Método utiliza para la resolución?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c)Cuando se ejecuta el programa  ¿Qué valor numérico se almacena en la variable </a:t>
            </a:r>
            <a:r>
              <a:rPr lang="es-AR" sz="3500" b="1" dirty="0">
                <a:latin typeface="+mj-lt"/>
              </a:rPr>
              <a:t>d</a:t>
            </a:r>
            <a:r>
              <a:rPr lang="es-AR" sz="3500" dirty="0">
                <a:latin typeface="+mj-lt"/>
              </a:rPr>
              <a:t>? ¿Este corresponde a la aproximación numérica de qué valor? ¿Cuál es el paso de cálculo? 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251520" y="6376243"/>
            <a:ext cx="8640960" cy="365125"/>
          </a:xfrm>
        </p:spPr>
        <p:txBody>
          <a:bodyPr/>
          <a:lstStyle/>
          <a:p>
            <a:endParaRPr lang="es-AR" sz="1100" dirty="0">
              <a:latin typeface="+mj-lt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78528" y="5607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/>
              <a:t>Ejemplos preguntas sobre matlab/octave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100566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114300" indent="0">
              <a:buNone/>
            </a:pPr>
            <a:r>
              <a:rPr lang="es-AR" sz="3500" dirty="0">
                <a:latin typeface="+mj-lt"/>
              </a:rPr>
              <a:t>El siguiente código en MATLAB/</a:t>
            </a:r>
            <a:r>
              <a:rPr lang="es-AR" sz="3500" dirty="0" err="1">
                <a:latin typeface="+mj-lt"/>
              </a:rPr>
              <a:t>Octave</a:t>
            </a:r>
            <a:r>
              <a:rPr lang="es-AR" sz="3500" dirty="0">
                <a:latin typeface="+mj-lt"/>
              </a:rPr>
              <a:t> resuelve en forma aproximada un problema numérico:</a:t>
            </a:r>
          </a:p>
          <a:p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s-A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endParaRPr lang="es-A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s-A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x(1)=0;</a:t>
            </a:r>
          </a:p>
          <a:p>
            <a:pPr marL="114300" indent="0">
              <a:buNone/>
            </a:pPr>
            <a:r>
              <a:rPr lang="es-A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y(1)=2;</a:t>
            </a:r>
          </a:p>
          <a:p>
            <a:pPr marL="114300" indent="0">
              <a:buNone/>
            </a:pPr>
            <a:r>
              <a:rPr lang="es-A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A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k=1:10</a:t>
            </a:r>
          </a:p>
          <a:p>
            <a:pPr marL="114300" indent="0">
              <a:buNone/>
            </a:pPr>
            <a:r>
              <a:rPr lang="es-A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x(k+1)=k*0.1;</a:t>
            </a:r>
          </a:p>
          <a:p>
            <a:pPr marL="114300" indent="0">
              <a:buNone/>
            </a:pPr>
            <a:r>
              <a:rPr lang="es-A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y(k+1)=y(k)+0.1*(-y(k)+x(k)+1)</a:t>
            </a:r>
          </a:p>
          <a:p>
            <a:pPr marL="114300" indent="0">
              <a:buNone/>
            </a:pPr>
            <a:r>
              <a:rPr lang="es-A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s-A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endParaRPr lang="es-AR" sz="3500" dirty="0"/>
          </a:p>
          <a:p>
            <a:pPr marL="114300" indent="0">
              <a:buNone/>
            </a:pPr>
            <a:r>
              <a:rPr lang="es-AR" sz="3500" dirty="0"/>
              <a:t> </a:t>
            </a:r>
          </a:p>
          <a:p>
            <a:endParaRPr lang="es-AR" sz="3500" dirty="0"/>
          </a:p>
          <a:p>
            <a:endParaRPr lang="es-AR" sz="3500" dirty="0"/>
          </a:p>
          <a:p>
            <a:endParaRPr lang="es-AR" sz="3500" dirty="0"/>
          </a:p>
          <a:p>
            <a:endParaRPr lang="es-AR" sz="3500" dirty="0"/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a)¿Qué problema resuelve? (marque sólo una de las opciones)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Interpolación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Ajuste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Integración Numérica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Diferenciación Numérica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Diferencial Ordinaria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en Derivadas Parciales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b)¿Qué Método utiliza para la resolución?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lvl="0" indent="0">
              <a:buNone/>
            </a:pPr>
            <a:r>
              <a:rPr lang="es-AR" sz="3500" dirty="0">
                <a:latin typeface="+mj-lt"/>
              </a:rPr>
              <a:t>c)</a:t>
            </a:r>
            <a:r>
              <a:rPr lang="es-ES" sz="3500" dirty="0">
                <a:latin typeface="+mj-lt"/>
              </a:rPr>
              <a:t>Escriba la ecuación analítica que el código permite resolver.</a:t>
            </a: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Cuando se ejecuta el programa  ¿Qué valor numérico se muestra para y(3)? </a:t>
            </a: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¿Cuál es el paso de cálculo? 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251520" y="6356350"/>
            <a:ext cx="8784976" cy="365125"/>
          </a:xfrm>
        </p:spPr>
        <p:txBody>
          <a:bodyPr/>
          <a:lstStyle/>
          <a:p>
            <a:endParaRPr lang="es-AR" sz="1100" dirty="0">
              <a:latin typeface="+mj-lt"/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Ejemplos preguntas sobre </a:t>
            </a:r>
            <a:r>
              <a:rPr lang="es-AR" dirty="0" err="1"/>
              <a:t>matlab</a:t>
            </a:r>
            <a:r>
              <a:rPr lang="es-AR" dirty="0"/>
              <a:t>/</a:t>
            </a:r>
            <a:r>
              <a:rPr lang="es-AR" dirty="0" err="1"/>
              <a:t>octave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2545809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114300" indent="0">
              <a:buNone/>
            </a:pPr>
            <a:r>
              <a:rPr lang="es-AR" sz="3500" dirty="0">
                <a:latin typeface="+mj-lt"/>
              </a:rPr>
              <a:t>El siguiente código en MATLAB/</a:t>
            </a:r>
            <a:r>
              <a:rPr lang="es-AR" sz="3500" dirty="0" err="1">
                <a:latin typeface="+mj-lt"/>
              </a:rPr>
              <a:t>Octave</a:t>
            </a:r>
            <a:r>
              <a:rPr lang="es-AR" sz="3500" dirty="0">
                <a:latin typeface="+mj-lt"/>
              </a:rPr>
              <a:t> resuelve en forma aproximada un problema numérico:</a:t>
            </a:r>
          </a:p>
          <a:p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x=[1 5 7 8];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y=[2 4 3 4];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A=0;B=0;C=0;D=0;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for i=1:4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 A=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A+x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 B=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B+x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(i)^2;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 C=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C+y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   D=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D+x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(i).*y(i);</a:t>
            </a:r>
          </a:p>
          <a:p>
            <a:pPr marL="114300" indent="0">
              <a:buNone/>
            </a:pP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pt-BR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E=[4 A;A B];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F=[C;D];</a:t>
            </a:r>
          </a:p>
          <a:p>
            <a:pPr marL="114300" indent="0">
              <a:buNone/>
            </a:pP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d=</a:t>
            </a:r>
            <a:r>
              <a:rPr lang="pt-BR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pt-BR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(E)*F</a:t>
            </a:r>
          </a:p>
          <a:p>
            <a:pPr marL="114300" indent="0">
              <a:buNone/>
            </a:pPr>
            <a:r>
              <a:rPr lang="es-AR" sz="3500" dirty="0"/>
              <a:t> </a:t>
            </a:r>
          </a:p>
          <a:p>
            <a:endParaRPr lang="es-AR" sz="3500" dirty="0"/>
          </a:p>
          <a:p>
            <a:endParaRPr lang="es-AR" sz="3500" dirty="0"/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a)¿Qué problema resuelve? (marque sólo una de las opciones)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Interpolación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Ajuste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Integración Numérica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Diferenciación Numérica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Diferencial Ordinaria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AR" sz="3500" dirty="0">
                <a:latin typeface="+mj-lt"/>
              </a:rPr>
              <a:t>Resolución Numérica de una Ecuación en Derivadas Parciales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b)¿Qué Método utiliza para la resolución?</a:t>
            </a:r>
          </a:p>
          <a:p>
            <a:pPr marL="114300" indent="0">
              <a:buNone/>
            </a:pPr>
            <a:endParaRPr lang="es-AR" sz="3500" dirty="0">
              <a:latin typeface="+mj-lt"/>
            </a:endParaRP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c)¿Qué representan los valores almacenados en la variable d?. </a:t>
            </a:r>
          </a:p>
          <a:p>
            <a:pPr marL="114300" indent="0">
              <a:buNone/>
            </a:pPr>
            <a:r>
              <a:rPr lang="es-AR" sz="3500" dirty="0">
                <a:latin typeface="+mj-lt"/>
              </a:rPr>
              <a:t>Cuando se ejecuta el programa  ¿Qué valores numéricos se almacenan en la variable F? </a:t>
            </a:r>
          </a:p>
          <a:p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251520" y="6356350"/>
            <a:ext cx="8640960" cy="365125"/>
          </a:xfrm>
        </p:spPr>
        <p:txBody>
          <a:bodyPr/>
          <a:lstStyle/>
          <a:p>
            <a:endParaRPr lang="es-AR" sz="1100" dirty="0">
              <a:latin typeface="+mj-lt"/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Ejemplos preguntas sobre </a:t>
            </a:r>
            <a:r>
              <a:rPr lang="es-AR" dirty="0" err="1"/>
              <a:t>matlab</a:t>
            </a:r>
            <a:r>
              <a:rPr lang="es-AR" dirty="0"/>
              <a:t>/</a:t>
            </a:r>
            <a:r>
              <a:rPr lang="es-AR" dirty="0" err="1"/>
              <a:t>octave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1885163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ticario">
  <a:themeElements>
    <a:clrScheme name="Boticario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Boticario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oticari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578</TotalTime>
  <Words>744</Words>
  <Application>Microsoft Office PowerPoint</Application>
  <PresentationFormat>Presentación en pantalla (4:3)</PresentationFormat>
  <Paragraphs>135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Arial</vt:lpstr>
      <vt:lpstr>Book Antiqua</vt:lpstr>
      <vt:lpstr>Calibri</vt:lpstr>
      <vt:lpstr>Century Gothic</vt:lpstr>
      <vt:lpstr>Courier New</vt:lpstr>
      <vt:lpstr>Wingdings</vt:lpstr>
      <vt:lpstr>Boticario</vt:lpstr>
      <vt:lpstr>Ejemplos preguntas sobre matlab/octave</vt:lpstr>
      <vt:lpstr>Presentación de PowerPoint</vt:lpstr>
      <vt:lpstr>Ejemplos preguntas sobre matlab/octave</vt:lpstr>
      <vt:lpstr>Ejemplos preguntas sobre matlab/octave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DESAFÍO DE EVALUAR CONOCIMIENTOS DE PROGRAMACIÓN EN MATERIAS DE MÉTODOS NUMÉRICOS</dc:title>
  <dc:creator>G_Hidraulica</dc:creator>
  <cp:lastModifiedBy>osvaldo mena</cp:lastModifiedBy>
  <cp:revision>38</cp:revision>
  <dcterms:created xsi:type="dcterms:W3CDTF">2017-10-04T23:17:29Z</dcterms:created>
  <dcterms:modified xsi:type="dcterms:W3CDTF">2025-06-23T14:24:15Z</dcterms:modified>
</cp:coreProperties>
</file>